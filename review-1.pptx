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369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81A8-AF7F-ED15-9C46-10E78E2BF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884" y="68366"/>
            <a:ext cx="8742348" cy="1204957"/>
          </a:xfrm>
        </p:spPr>
        <p:txBody>
          <a:bodyPr>
            <a:normAutofit/>
          </a:bodyPr>
          <a:lstStyle/>
          <a:p>
            <a:r>
              <a:rPr lang="en-IN" sz="3200" dirty="0" err="1">
                <a:solidFill>
                  <a:srgbClr val="FF0000"/>
                </a:solidFill>
                <a:latin typeface="Aptos" panose="020B0004020202020204" pitchFamily="34" charset="0"/>
              </a:rPr>
              <a:t>Seshadrirao</a:t>
            </a: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b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</a:br>
            <a:r>
              <a:rPr lang="en-IN" sz="3200" dirty="0" err="1">
                <a:solidFill>
                  <a:srgbClr val="FF0000"/>
                </a:solidFill>
                <a:latin typeface="Aptos" panose="020B0004020202020204" pitchFamily="34" charset="0"/>
              </a:rPr>
              <a:t>Gudlavalleru</a:t>
            </a: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 Engineering College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BEC70-7777-E6EB-194A-3441E3F76B0E}"/>
              </a:ext>
            </a:extLst>
          </p:cNvPr>
          <p:cNvSpPr txBox="1"/>
          <p:nvPr/>
        </p:nvSpPr>
        <p:spPr>
          <a:xfrm>
            <a:off x="2196269" y="1435693"/>
            <a:ext cx="8896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tos" panose="020B0004020202020204" pitchFamily="34" charset="0"/>
              </a:rPr>
              <a:t>Department of Computer Science and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7F0FC-E76F-B441-4A01-5FDAF981C1FB}"/>
              </a:ext>
            </a:extLst>
          </p:cNvPr>
          <p:cNvSpPr txBox="1"/>
          <p:nvPr/>
        </p:nvSpPr>
        <p:spPr>
          <a:xfrm>
            <a:off x="452927" y="2136449"/>
            <a:ext cx="1126335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											     </a:t>
            </a:r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Title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				</a:t>
            </a:r>
            <a:r>
              <a:rPr lang="en-IN" sz="2000" dirty="0" err="1">
                <a:latin typeface="Aptos" panose="020B0004020202020204" pitchFamily="34" charset="0"/>
              </a:rPr>
              <a:t>Streamlit</a:t>
            </a:r>
            <a:r>
              <a:rPr lang="en-IN" sz="2000" dirty="0">
                <a:latin typeface="Aptos" panose="020B0004020202020204" pitchFamily="34" charset="0"/>
              </a:rPr>
              <a:t> - powered Data Science : Visualizing Cryptocurrency Markets</a:t>
            </a:r>
          </a:p>
          <a:p>
            <a:endParaRPr lang="en-IN" sz="2000" dirty="0">
              <a:latin typeface="Aptos" panose="020B0004020202020204" pitchFamily="34" charset="0"/>
            </a:endParaRPr>
          </a:p>
          <a:p>
            <a:endParaRPr lang="en-IN" sz="2000" dirty="0">
              <a:latin typeface="Aptos" panose="020B0004020202020204" pitchFamily="34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Aptos" panose="020B0004020202020204" pitchFamily="34" charset="0"/>
              </a:rPr>
              <a:t>Presented By: Team  B17 </a:t>
            </a:r>
          </a:p>
          <a:p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Team Members: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 Koteswararao 	(21481A0598)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J. </a:t>
            </a:r>
            <a:r>
              <a:rPr lang="en-IN" dirty="0" err="1">
                <a:latin typeface="Aptos" panose="020B0004020202020204" pitchFamily="34" charset="0"/>
              </a:rPr>
              <a:t>KeerthiLahari</a:t>
            </a:r>
            <a:r>
              <a:rPr lang="en-IN" dirty="0">
                <a:latin typeface="Aptos" panose="020B0004020202020204" pitchFamily="34" charset="0"/>
              </a:rPr>
              <a:t> 	(21481A0584) 									under the Guidance of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G . </a:t>
            </a:r>
            <a:r>
              <a:rPr lang="en-IN" dirty="0" err="1">
                <a:latin typeface="Aptos" panose="020B0004020202020204" pitchFamily="34" charset="0"/>
              </a:rPr>
              <a:t>ThanmaiTeja</a:t>
            </a:r>
            <a:r>
              <a:rPr lang="en-IN" dirty="0">
                <a:latin typeface="Aptos" panose="020B0004020202020204" pitchFamily="34" charset="0"/>
              </a:rPr>
              <a:t> 	(21481A0570)										     </a:t>
            </a:r>
            <a:r>
              <a:rPr lang="en-IN" dirty="0">
                <a:solidFill>
                  <a:srgbClr val="FF0000"/>
                </a:solidFill>
                <a:latin typeface="Aptos" panose="020B0004020202020204" pitchFamily="34" charset="0"/>
              </a:rPr>
              <a:t>Mr . U. Vinod Kumar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.Venkata Kalyani (21481A05A5) 									Assistant Professor | M . Tech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	K .Ganesh  		(21481A0599)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3B0CAA-C8F7-961D-5FCF-F8D33FBB2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93" y="151227"/>
            <a:ext cx="1580972" cy="14553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1357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CF2F933-8B9E-6FC8-C388-F16FBD546345}"/>
              </a:ext>
            </a:extLst>
          </p:cNvPr>
          <p:cNvSpPr txBox="1"/>
          <p:nvPr/>
        </p:nvSpPr>
        <p:spPr>
          <a:xfrm>
            <a:off x="760576" y="671553"/>
            <a:ext cx="5956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Problem Statement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F1C3B-9807-3331-D0CA-146C553A1122}"/>
              </a:ext>
            </a:extLst>
          </p:cNvPr>
          <p:cNvSpPr txBox="1"/>
          <p:nvPr/>
        </p:nvSpPr>
        <p:spPr>
          <a:xfrm>
            <a:off x="880217" y="1461331"/>
            <a:ext cx="8930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  <a:latin typeface="Aptos" panose="020B0004020202020204" pitchFamily="34" charset="0"/>
              </a:rPr>
              <a:t>The Complexity of Financial Data in the Digital Age</a:t>
            </a:r>
            <a:endParaRPr lang="en-IN" sz="2400" dirty="0">
              <a:solidFill>
                <a:srgbClr val="00B0F0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59C9D7-26D9-0560-ECC2-57105D5566D7}"/>
              </a:ext>
            </a:extLst>
          </p:cNvPr>
          <p:cNvSpPr txBox="1"/>
          <p:nvPr/>
        </p:nvSpPr>
        <p:spPr>
          <a:xfrm>
            <a:off x="760576" y="2333002"/>
            <a:ext cx="9049996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Cryptocurrency Markets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are volatile and complex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Data interpretation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in finance often requires expert knowledge..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Barriers to Entry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: Most people lack tools or skills to extract meaningful insights from financial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Lack of Accessibility: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Understanding financial trends should not be limited to experts and professionals.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429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207D7A-96ED-FA16-09DC-074BA8C83556}"/>
              </a:ext>
            </a:extLst>
          </p:cNvPr>
          <p:cNvSpPr txBox="1"/>
          <p:nvPr/>
        </p:nvSpPr>
        <p:spPr>
          <a:xfrm>
            <a:off x="1034041" y="521293"/>
            <a:ext cx="5640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Abstract and Aim of the Project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D7BEA-E040-CE8F-F8B4-F707FD4773C7}"/>
              </a:ext>
            </a:extLst>
          </p:cNvPr>
          <p:cNvSpPr txBox="1"/>
          <p:nvPr/>
        </p:nvSpPr>
        <p:spPr>
          <a:xfrm>
            <a:off x="1034041" y="1760433"/>
            <a:ext cx="94943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To simplify cryptocurrency market analysis by providing an accessible platform for visualizing and understanding key trends in financial data.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The goal is to empower users without technical expertise to make informed investment decisions.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766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AC5F5-D05E-2734-84FA-C02B1A3D078C}"/>
              </a:ext>
            </a:extLst>
          </p:cNvPr>
          <p:cNvSpPr txBox="1"/>
          <p:nvPr/>
        </p:nvSpPr>
        <p:spPr>
          <a:xfrm>
            <a:off x="888762" y="598206"/>
            <a:ext cx="6246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How our Project Benefits Society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9B13D-6F9B-826E-3DB7-32C1B7878018}"/>
              </a:ext>
            </a:extLst>
          </p:cNvPr>
          <p:cNvSpPr txBox="1"/>
          <p:nvPr/>
        </p:nvSpPr>
        <p:spPr>
          <a:xfrm>
            <a:off x="1025495" y="1640793"/>
            <a:ext cx="10425869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User-friendly interface: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Makes financial data accessible to both experts and beginners.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Informed Decision-Making: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Empowers individuals and small investors to make better financial decisions.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Market Transparency: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By visualizing trends and patterns, the app promotes transparency in cryptocurrency markets.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Financial Literacy: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Supports education and learning by providing a hands-on tool for exploring financial data.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469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512480-5407-1188-0A67-11CBCB10456D}"/>
              </a:ext>
            </a:extLst>
          </p:cNvPr>
          <p:cNvSpPr txBox="1"/>
          <p:nvPr/>
        </p:nvSpPr>
        <p:spPr>
          <a:xfrm>
            <a:off x="914400" y="717848"/>
            <a:ext cx="58025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Future Scope and </a:t>
            </a:r>
            <a:r>
              <a:rPr lang="en-IN" sz="3200" dirty="0" err="1">
                <a:solidFill>
                  <a:srgbClr val="FF0000"/>
                </a:solidFill>
                <a:latin typeface="Aptos" panose="020B0004020202020204" pitchFamily="34" charset="0"/>
              </a:rPr>
              <a:t>Imapct</a:t>
            </a:r>
            <a:r>
              <a:rPr lang="en-IN" sz="3200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B3FA9-2450-DD68-0079-9BAD563AD02A}"/>
              </a:ext>
            </a:extLst>
          </p:cNvPr>
          <p:cNvSpPr txBox="1"/>
          <p:nvPr/>
        </p:nvSpPr>
        <p:spPr>
          <a:xfrm>
            <a:off x="1016950" y="1743342"/>
            <a:ext cx="10477143" cy="4471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Wider Adoption: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Potential for adoption by educational institutions, small investors, and financial advisors.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Additional Market Data: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Can incorporate broader financial data (stocks, forex, commodities).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Global Impact: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As cryptocurrency becomes more mainstream, this project can bridge the gap between data and its interpretation.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Empowering Decision-Makers: 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Helps non-professionals make data-driven investment choices, contributing to personal wealth-building.</a:t>
            </a:r>
            <a:endParaRPr lang="en-IN" sz="24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57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400009-418E-6329-5E1D-3B44E162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26"/>
            <a:ext cx="12192000" cy="6851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3E1F40-67C1-1B61-4D4A-8B165B3A4753}"/>
              </a:ext>
            </a:extLst>
          </p:cNvPr>
          <p:cNvSpPr txBox="1"/>
          <p:nvPr/>
        </p:nvSpPr>
        <p:spPr>
          <a:xfrm>
            <a:off x="7639940" y="2221906"/>
            <a:ext cx="4406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ptos" panose="020B0004020202020204" pitchFamily="34" charset="0"/>
              </a:rPr>
              <a:t>Embrace the future of finance . Stay informed secure ,and ready for what’s next</a:t>
            </a:r>
          </a:p>
        </p:txBody>
      </p:sp>
    </p:spTree>
    <p:extLst>
      <p:ext uri="{BB962C8B-B14F-4D97-AF65-F5344CB8AC3E}">
        <p14:creationId xmlns:p14="http://schemas.microsoft.com/office/powerpoint/2010/main" val="660398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222</TotalTime>
  <Words>387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Tw Cen MT</vt:lpstr>
      <vt:lpstr>Wingdings</vt:lpstr>
      <vt:lpstr>Droplet</vt:lpstr>
      <vt:lpstr>Seshadrirao  Gudlavalleru Engineering College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koteswararao kantumajji</dc:creator>
  <cp:lastModifiedBy>koteswararao kantumajji</cp:lastModifiedBy>
  <cp:revision>5</cp:revision>
  <dcterms:created xsi:type="dcterms:W3CDTF">2024-09-28T16:43:05Z</dcterms:created>
  <dcterms:modified xsi:type="dcterms:W3CDTF">2025-01-03T17:29:06Z</dcterms:modified>
</cp:coreProperties>
</file>