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56C5A4-B36C-470A-88D7-9330BF2D59D1}" v="100" dt="2025-01-03T17:27:37.8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369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5D255F-55FE-C169-4467-A697E5D84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93" y="151227"/>
            <a:ext cx="1580972" cy="145538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10B5C6-DE0C-6C78-C777-081920697251}"/>
              </a:ext>
            </a:extLst>
          </p:cNvPr>
          <p:cNvSpPr txBox="1"/>
          <p:nvPr/>
        </p:nvSpPr>
        <p:spPr>
          <a:xfrm>
            <a:off x="2384277" y="572568"/>
            <a:ext cx="8545794" cy="981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</a:pPr>
            <a:r>
              <a:rPr lang="en-IN" sz="3200" cap="all" dirty="0" err="1">
                <a:solidFill>
                  <a:srgbClr val="FF0000"/>
                </a:solidFill>
                <a:latin typeface="Aptos" panose="020B0004020202020204" pitchFamily="34" charset="0"/>
                <a:ea typeface="+mj-ea"/>
                <a:cs typeface="+mj-cs"/>
              </a:rPr>
              <a:t>Seshadrirao</a:t>
            </a:r>
            <a:r>
              <a:rPr lang="en-IN" sz="3200" cap="all" dirty="0">
                <a:solidFill>
                  <a:srgbClr val="FF0000"/>
                </a:solidFill>
                <a:latin typeface="Aptos" panose="020B0004020202020204" pitchFamily="34" charset="0"/>
                <a:ea typeface="+mj-ea"/>
                <a:cs typeface="+mj-cs"/>
              </a:rPr>
              <a:t> </a:t>
            </a:r>
            <a:br>
              <a:rPr lang="en-IN" sz="3200" cap="all" dirty="0">
                <a:solidFill>
                  <a:srgbClr val="FF0000"/>
                </a:solidFill>
                <a:latin typeface="Aptos" panose="020B0004020202020204" pitchFamily="34" charset="0"/>
                <a:ea typeface="+mj-ea"/>
                <a:cs typeface="+mj-cs"/>
              </a:rPr>
            </a:br>
            <a:r>
              <a:rPr lang="en-IN" sz="3200" cap="all" dirty="0" err="1">
                <a:solidFill>
                  <a:srgbClr val="FF0000"/>
                </a:solidFill>
                <a:latin typeface="Aptos" panose="020B0004020202020204" pitchFamily="34" charset="0"/>
                <a:ea typeface="+mj-ea"/>
                <a:cs typeface="+mj-cs"/>
              </a:rPr>
              <a:t>Gudlavalleru</a:t>
            </a:r>
            <a:r>
              <a:rPr lang="en-IN" sz="3200" cap="all" dirty="0">
                <a:solidFill>
                  <a:srgbClr val="FF0000"/>
                </a:solidFill>
                <a:latin typeface="Aptos" panose="020B0004020202020204" pitchFamily="34" charset="0"/>
                <a:ea typeface="+mj-ea"/>
                <a:cs typeface="+mj-cs"/>
              </a:rPr>
              <a:t> Engineering College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292F64-3D3E-4183-671E-4A2A51EE7321}"/>
              </a:ext>
            </a:extLst>
          </p:cNvPr>
          <p:cNvSpPr txBox="1"/>
          <p:nvPr/>
        </p:nvSpPr>
        <p:spPr>
          <a:xfrm>
            <a:off x="2495372" y="1905712"/>
            <a:ext cx="7973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Aptos" panose="020B0004020202020204" pitchFamily="34" charset="0"/>
              </a:rPr>
              <a:t> Department of Computer Science and Engineering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EB8DF2-06C1-4F7D-4EAE-CA853EEDF745}"/>
              </a:ext>
            </a:extLst>
          </p:cNvPr>
          <p:cNvSpPr txBox="1"/>
          <p:nvPr/>
        </p:nvSpPr>
        <p:spPr>
          <a:xfrm>
            <a:off x="521293" y="2546647"/>
            <a:ext cx="11280449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Aptos" panose="020B0004020202020204" pitchFamily="34" charset="0"/>
              </a:rPr>
              <a:t>											      Title</a:t>
            </a:r>
          </a:p>
          <a:p>
            <a:endParaRPr lang="en-IN" dirty="0">
              <a:latin typeface="Aptos" panose="020B0004020202020204" pitchFamily="34" charset="0"/>
            </a:endParaRPr>
          </a:p>
          <a:p>
            <a:r>
              <a:rPr lang="en-IN" dirty="0">
                <a:latin typeface="Aptos" panose="020B0004020202020204" pitchFamily="34" charset="0"/>
              </a:rPr>
              <a:t>				       </a:t>
            </a:r>
            <a:r>
              <a:rPr lang="en-IN" sz="2000" dirty="0" err="1">
                <a:latin typeface="Aptos" panose="020B0004020202020204" pitchFamily="34" charset="0"/>
              </a:rPr>
              <a:t>Streamlit</a:t>
            </a:r>
            <a:r>
              <a:rPr lang="en-IN" sz="2000" dirty="0">
                <a:latin typeface="Aptos" panose="020B0004020202020204" pitchFamily="34" charset="0"/>
              </a:rPr>
              <a:t> - powered Data Science : Visualizing Cryptocurrency Markets</a:t>
            </a:r>
          </a:p>
          <a:p>
            <a:endParaRPr lang="en-IN" sz="2000" dirty="0">
              <a:latin typeface="Aptos" panose="020B0004020202020204" pitchFamily="34" charset="0"/>
            </a:endParaRPr>
          </a:p>
          <a:p>
            <a:endParaRPr lang="en-IN" sz="2000" dirty="0">
              <a:latin typeface="Aptos" panose="020B0004020202020204" pitchFamily="34" charset="0"/>
            </a:endParaRPr>
          </a:p>
          <a:p>
            <a:r>
              <a:rPr lang="en-IN" sz="2000" dirty="0">
                <a:solidFill>
                  <a:srgbClr val="FF0000"/>
                </a:solidFill>
                <a:latin typeface="Aptos" panose="020B0004020202020204" pitchFamily="34" charset="0"/>
              </a:rPr>
              <a:t>Presented By: Team  B17 </a:t>
            </a:r>
          </a:p>
          <a:p>
            <a:r>
              <a:rPr lang="en-IN" dirty="0">
                <a:solidFill>
                  <a:srgbClr val="FF0000"/>
                </a:solidFill>
                <a:latin typeface="Aptos" panose="020B0004020202020204" pitchFamily="34" charset="0"/>
              </a:rPr>
              <a:t>Team Members: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ptos" panose="020B0004020202020204" pitchFamily="34" charset="0"/>
              </a:rPr>
              <a:t>	K . Koteswararao 	(21481A0598)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ptos" panose="020B0004020202020204" pitchFamily="34" charset="0"/>
              </a:rPr>
              <a:t>	J. </a:t>
            </a:r>
            <a:r>
              <a:rPr lang="en-IN" dirty="0" err="1">
                <a:latin typeface="Aptos" panose="020B0004020202020204" pitchFamily="34" charset="0"/>
              </a:rPr>
              <a:t>KeerthiLahari</a:t>
            </a:r>
            <a:r>
              <a:rPr lang="en-IN" dirty="0">
                <a:latin typeface="Aptos" panose="020B0004020202020204" pitchFamily="34" charset="0"/>
              </a:rPr>
              <a:t> 	(21481A0584) 									under the Guidance of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ptos" panose="020B0004020202020204" pitchFamily="34" charset="0"/>
              </a:rPr>
              <a:t>	G . </a:t>
            </a:r>
            <a:r>
              <a:rPr lang="en-IN" dirty="0" err="1">
                <a:latin typeface="Aptos" panose="020B0004020202020204" pitchFamily="34" charset="0"/>
              </a:rPr>
              <a:t>ThanmaiTeja</a:t>
            </a:r>
            <a:r>
              <a:rPr lang="en-IN" dirty="0">
                <a:latin typeface="Aptos" panose="020B0004020202020204" pitchFamily="34" charset="0"/>
              </a:rPr>
              <a:t> 	(21481A0570)										     </a:t>
            </a:r>
            <a:r>
              <a:rPr lang="en-IN" dirty="0">
                <a:solidFill>
                  <a:srgbClr val="FF0000"/>
                </a:solidFill>
                <a:latin typeface="Aptos" panose="020B0004020202020204" pitchFamily="34" charset="0"/>
              </a:rPr>
              <a:t>Mr . U. Vinod Kumar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ptos" panose="020B0004020202020204" pitchFamily="34" charset="0"/>
              </a:rPr>
              <a:t>	K .Venkata Kalyani (21481A05A5) 									Assistant Professor | M . Tech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ptos" panose="020B0004020202020204" pitchFamily="34" charset="0"/>
              </a:rPr>
              <a:t>	K .Ganesh  		(21481A0599)</a:t>
            </a:r>
          </a:p>
        </p:txBody>
      </p:sp>
    </p:spTree>
    <p:extLst>
      <p:ext uri="{BB962C8B-B14F-4D97-AF65-F5344CB8AC3E}">
        <p14:creationId xmlns:p14="http://schemas.microsoft.com/office/powerpoint/2010/main" val="3679839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DE62A9-49BF-C4EA-6E29-566F125FE010}"/>
              </a:ext>
            </a:extLst>
          </p:cNvPr>
          <p:cNvSpPr txBox="1"/>
          <p:nvPr/>
        </p:nvSpPr>
        <p:spPr>
          <a:xfrm>
            <a:off x="1204957" y="734938"/>
            <a:ext cx="828942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Aptos" panose="020B0004020202020204" pitchFamily="34" charset="0"/>
              </a:rPr>
              <a:t>Dataset used :</a:t>
            </a:r>
          </a:p>
          <a:p>
            <a:r>
              <a:rPr lang="en-IN" dirty="0">
                <a:solidFill>
                  <a:srgbClr val="FF0000"/>
                </a:solidFill>
                <a:latin typeface="Aptos" panose="020B0004020202020204" pitchFamily="34" charset="0"/>
              </a:rPr>
              <a:t>Link : https://coinmarketcap.com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63144A-B562-92B9-0242-902E06B78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010" y="1854436"/>
            <a:ext cx="11639373" cy="477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404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9DF2B2-0057-0203-1884-EF30A57648DF}"/>
              </a:ext>
            </a:extLst>
          </p:cNvPr>
          <p:cNvSpPr txBox="1"/>
          <p:nvPr/>
        </p:nvSpPr>
        <p:spPr>
          <a:xfrm>
            <a:off x="1136591" y="760576"/>
            <a:ext cx="69562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Aptos" panose="020B0004020202020204" pitchFamily="34" charset="0"/>
              </a:rPr>
              <a:t>Technologies and tools used: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30C42F-4AC2-982B-9F5C-94C8FFFCFBA1}"/>
              </a:ext>
            </a:extLst>
          </p:cNvPr>
          <p:cNvSpPr txBox="1"/>
          <p:nvPr/>
        </p:nvSpPr>
        <p:spPr>
          <a:xfrm>
            <a:off x="1264777" y="1345351"/>
            <a:ext cx="9349099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 err="1">
                <a:latin typeface="Aptos" panose="020B0004020202020204" pitchFamily="34" charset="0"/>
              </a:rPr>
              <a:t>Streamlit</a:t>
            </a:r>
            <a:r>
              <a:rPr lang="en-IN" sz="2000" b="1" dirty="0">
                <a:latin typeface="Aptos" panose="020B0004020202020204" pitchFamily="34" charset="0"/>
              </a:rPr>
              <a:t> </a:t>
            </a:r>
            <a:r>
              <a:rPr lang="en-IN" sz="2000" dirty="0">
                <a:latin typeface="Aptos" panose="020B0004020202020204" pitchFamily="34" charset="0"/>
              </a:rPr>
              <a:t>(Web app framework)</a:t>
            </a:r>
          </a:p>
          <a:p>
            <a:pPr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Aptos" panose="020B0004020202020204" pitchFamily="34" charset="0"/>
              </a:rPr>
              <a:t>Pandas</a:t>
            </a:r>
            <a:r>
              <a:rPr lang="en-IN" sz="2000" dirty="0">
                <a:latin typeface="Aptos" panose="020B0004020202020204" pitchFamily="34" charset="0"/>
              </a:rPr>
              <a:t> (Data manipulation)</a:t>
            </a:r>
          </a:p>
          <a:p>
            <a:pPr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Aptos" panose="020B0004020202020204" pitchFamily="34" charset="0"/>
              </a:rPr>
              <a:t>Google Cloud Shell </a:t>
            </a:r>
            <a:r>
              <a:rPr lang="en-IN" sz="2000" dirty="0">
                <a:latin typeface="Aptos" panose="020B0004020202020204" pitchFamily="34" charset="0"/>
              </a:rPr>
              <a:t>(Development environment)</a:t>
            </a:r>
          </a:p>
          <a:p>
            <a:pPr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 err="1">
                <a:latin typeface="Aptos" panose="020B0004020202020204" pitchFamily="34" charset="0"/>
              </a:rPr>
              <a:t>BeautifulSoup</a:t>
            </a:r>
            <a:r>
              <a:rPr lang="en-IN" sz="2000" b="1" dirty="0">
                <a:latin typeface="Aptos" panose="020B0004020202020204" pitchFamily="34" charset="0"/>
              </a:rPr>
              <a:t>/Selenium </a:t>
            </a:r>
            <a:r>
              <a:rPr lang="en-IN" sz="2000" dirty="0">
                <a:latin typeface="Aptos" panose="020B0004020202020204" pitchFamily="34" charset="0"/>
              </a:rPr>
              <a:t>(Web scraping tools)</a:t>
            </a:r>
          </a:p>
          <a:p>
            <a:pPr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Aptos" panose="020B0004020202020204" pitchFamily="34" charset="0"/>
              </a:rPr>
              <a:t>Data visualisation techniques:</a:t>
            </a:r>
          </a:p>
          <a:p>
            <a:pPr lvl="5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Aptos" panose="020B0004020202020204" pitchFamily="34" charset="0"/>
              </a:rPr>
              <a:t>pandas</a:t>
            </a:r>
          </a:p>
          <a:p>
            <a:pPr lvl="5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Aptos" panose="020B0004020202020204" pitchFamily="34" charset="0"/>
              </a:rPr>
              <a:t>matplotlib</a:t>
            </a:r>
          </a:p>
          <a:p>
            <a:pPr lvl="5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Aptos" panose="020B0004020202020204" pitchFamily="34" charset="0"/>
              </a:rPr>
              <a:t>Seaborn</a:t>
            </a:r>
          </a:p>
          <a:p>
            <a:pPr lvl="5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Aptos" panose="020B0004020202020204" pitchFamily="34" charset="0"/>
              </a:rPr>
              <a:t>Base64</a:t>
            </a:r>
          </a:p>
          <a:p>
            <a:pPr lvl="5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 err="1">
                <a:latin typeface="Aptos" panose="020B0004020202020204" pitchFamily="34" charset="0"/>
              </a:rPr>
              <a:t>Cryptocmd</a:t>
            </a:r>
            <a:r>
              <a:rPr lang="en-IN" sz="2000" dirty="0">
                <a:latin typeface="Aptos" panose="020B00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Aptos" panose="020B00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3129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606B7D-D98F-C8F7-1898-348C37334F04}"/>
              </a:ext>
            </a:extLst>
          </p:cNvPr>
          <p:cNvSpPr txBox="1"/>
          <p:nvPr/>
        </p:nvSpPr>
        <p:spPr>
          <a:xfrm>
            <a:off x="1401510" y="598206"/>
            <a:ext cx="95456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 err="1">
                <a:solidFill>
                  <a:srgbClr val="FF0000"/>
                </a:solidFill>
                <a:latin typeface="Aptos" panose="020B0004020202020204" pitchFamily="34" charset="0"/>
              </a:rPr>
              <a:t>Streamlit</a:t>
            </a:r>
            <a:r>
              <a:rPr lang="en-IN" sz="3200" dirty="0">
                <a:solidFill>
                  <a:srgbClr val="FF0000"/>
                </a:solidFill>
                <a:latin typeface="Aptos" panose="020B0004020202020204" pitchFamily="34" charset="0"/>
              </a:rPr>
              <a:t> :</a:t>
            </a:r>
            <a:endParaRPr lang="en-IN" sz="2400" dirty="0"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76FB51-B6E2-774F-8842-7B67920725E3}"/>
              </a:ext>
            </a:extLst>
          </p:cNvPr>
          <p:cNvSpPr txBox="1"/>
          <p:nvPr/>
        </p:nvSpPr>
        <p:spPr>
          <a:xfrm>
            <a:off x="1521152" y="1580972"/>
            <a:ext cx="8579978" cy="3818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Aptos" panose="020B0004020202020204" pitchFamily="34" charset="0"/>
              </a:rPr>
              <a:t>For developing interactive web applications.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Aptos" panose="020B0004020202020204" pitchFamily="34" charset="0"/>
              </a:rPr>
              <a:t>Open-source Python library for building custom web apps.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Aptos" panose="020B0004020202020204" pitchFamily="34" charset="0"/>
              </a:rPr>
              <a:t>No need for front-end coding (HTML/CSS).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Aptos" panose="020B0004020202020204" pitchFamily="34" charset="0"/>
              </a:rPr>
              <a:t>Simplifies sharing of interactive dashboards.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Aptos" panose="020B0004020202020204" pitchFamily="34" charset="0"/>
              </a:rPr>
              <a:t>Integrated with Python's data analysis libraries.</a:t>
            </a:r>
            <a:endParaRPr lang="en-IN" sz="2000" dirty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C0E30E-978B-F669-0DD3-15790C8D5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4699" y="1392964"/>
            <a:ext cx="3418318" cy="3751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800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8A5632-7E8E-131B-9502-A1070FE3DCA2}"/>
              </a:ext>
            </a:extLst>
          </p:cNvPr>
          <p:cNvSpPr txBox="1"/>
          <p:nvPr/>
        </p:nvSpPr>
        <p:spPr>
          <a:xfrm>
            <a:off x="1298961" y="803305"/>
            <a:ext cx="4050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 err="1">
                <a:solidFill>
                  <a:srgbClr val="FF0000"/>
                </a:solidFill>
                <a:latin typeface="Aptos" panose="020B0004020202020204" pitchFamily="34" charset="0"/>
              </a:rPr>
              <a:t>Webscraping</a:t>
            </a:r>
            <a:r>
              <a:rPr lang="en-IN" sz="3200" dirty="0">
                <a:solidFill>
                  <a:srgbClr val="FF0000"/>
                </a:solidFill>
                <a:latin typeface="Aptos" panose="020B0004020202020204" pitchFamily="34" charset="0"/>
              </a:rPr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4ABF02-CDFD-B7E9-0886-F39FB1411C8E}"/>
              </a:ext>
            </a:extLst>
          </p:cNvPr>
          <p:cNvSpPr txBox="1"/>
          <p:nvPr/>
        </p:nvSpPr>
        <p:spPr>
          <a:xfrm>
            <a:off x="1401510" y="1709159"/>
            <a:ext cx="9460195" cy="3818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Aptos" panose="020B0004020202020204" pitchFamily="34" charset="0"/>
              </a:rPr>
              <a:t>Technique to extract structured data from websites.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Aptos" panose="020B0004020202020204" pitchFamily="34" charset="0"/>
              </a:rPr>
              <a:t>Tools:</a:t>
            </a:r>
            <a:r>
              <a:rPr lang="en-IN" sz="2000" dirty="0">
                <a:latin typeface="Aptos" panose="020B0004020202020204" pitchFamily="34" charset="0"/>
              </a:rPr>
              <a:t> </a:t>
            </a:r>
            <a:r>
              <a:rPr lang="en-IN" sz="2000" dirty="0" err="1">
                <a:latin typeface="Aptos" panose="020B0004020202020204" pitchFamily="34" charset="0"/>
              </a:rPr>
              <a:t>BeautifulSoup</a:t>
            </a:r>
            <a:r>
              <a:rPr lang="en-IN" sz="2000" dirty="0">
                <a:latin typeface="Aptos" panose="020B0004020202020204" pitchFamily="34" charset="0"/>
              </a:rPr>
              <a:t> (simple parsing), Scrapy (advanced scraping), Selenium (dynamic content).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Aptos" panose="020B0004020202020204" pitchFamily="34" charset="0"/>
              </a:rPr>
              <a:t>Application:</a:t>
            </a:r>
            <a:r>
              <a:rPr lang="en-IN" sz="2000" dirty="0">
                <a:latin typeface="Aptos" panose="020B0004020202020204" pitchFamily="34" charset="0"/>
              </a:rPr>
              <a:t> Extracts </a:t>
            </a:r>
            <a:r>
              <a:rPr lang="en-IN" sz="2000" dirty="0" err="1">
                <a:latin typeface="Aptos" panose="020B0004020202020204" pitchFamily="34" charset="0"/>
              </a:rPr>
              <a:t>CoinMarketCap</a:t>
            </a:r>
            <a:r>
              <a:rPr lang="en-IN" sz="2000" dirty="0">
                <a:latin typeface="Aptos" panose="020B0004020202020204" pitchFamily="34" charset="0"/>
              </a:rPr>
              <a:t> data for analysis.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Aptos" panose="020B0004020202020204" pitchFamily="34" charset="0"/>
              </a:rPr>
              <a:t>Ensures up-to-date and relevant datasets.</a:t>
            </a:r>
          </a:p>
        </p:txBody>
      </p:sp>
    </p:spTree>
    <p:extLst>
      <p:ext uri="{BB962C8B-B14F-4D97-AF65-F5344CB8AC3E}">
        <p14:creationId xmlns:p14="http://schemas.microsoft.com/office/powerpoint/2010/main" val="649091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5E7227-CD6E-8FF0-F495-E21DF8532B45}"/>
              </a:ext>
            </a:extLst>
          </p:cNvPr>
          <p:cNvSpPr txBox="1"/>
          <p:nvPr/>
        </p:nvSpPr>
        <p:spPr>
          <a:xfrm>
            <a:off x="1350236" y="786213"/>
            <a:ext cx="42558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Aptos" panose="020B0004020202020204" pitchFamily="34" charset="0"/>
              </a:rPr>
              <a:t>Google cloud shell: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97C203-6525-5BAB-7648-0D788CF6C166}"/>
              </a:ext>
            </a:extLst>
          </p:cNvPr>
          <p:cNvSpPr txBox="1"/>
          <p:nvPr/>
        </p:nvSpPr>
        <p:spPr>
          <a:xfrm>
            <a:off x="1538243" y="1726250"/>
            <a:ext cx="8896172" cy="3048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Aptos" panose="020B0004020202020204" pitchFamily="34" charset="0"/>
              </a:rPr>
              <a:t>Browser-based command-line tool for development.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Aptos" panose="020B0004020202020204" pitchFamily="34" charset="0"/>
              </a:rPr>
              <a:t>Pre-configured with tools like Python and Git.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Aptos" panose="020B0004020202020204" pitchFamily="34" charset="0"/>
              </a:rPr>
              <a:t>Supports real-time collaboration and scalability.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Aptos" panose="020B0004020202020204" pitchFamily="34" charset="0"/>
              </a:rPr>
              <a:t>Allows deployment and testing of </a:t>
            </a:r>
            <a:r>
              <a:rPr lang="en-US" sz="2000" dirty="0" err="1">
                <a:latin typeface="Aptos" panose="020B0004020202020204" pitchFamily="34" charset="0"/>
              </a:rPr>
              <a:t>Streamlit</a:t>
            </a:r>
            <a:r>
              <a:rPr lang="en-US" sz="2000" dirty="0">
                <a:latin typeface="Aptos" panose="020B0004020202020204" pitchFamily="34" charset="0"/>
              </a:rPr>
              <a:t> apps directly in the cloud.</a:t>
            </a:r>
            <a:endParaRPr lang="en-IN" sz="2000" dirty="0">
              <a:latin typeface="Aptos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54F321-ABC8-77C9-4897-D3003FE93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0318" y="1428294"/>
            <a:ext cx="3785787" cy="215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629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A1CFFC-EA75-9496-7FF2-3E1D9C560FC4}"/>
              </a:ext>
            </a:extLst>
          </p:cNvPr>
          <p:cNvSpPr txBox="1"/>
          <p:nvPr/>
        </p:nvSpPr>
        <p:spPr>
          <a:xfrm>
            <a:off x="1273323" y="752030"/>
            <a:ext cx="5828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Aptos" panose="020B0004020202020204" pitchFamily="34" charset="0"/>
              </a:rPr>
              <a:t>Data visualisation techniques: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89D9F0-4E27-7B10-81FF-8250B7BC9967}"/>
              </a:ext>
            </a:extLst>
          </p:cNvPr>
          <p:cNvSpPr txBox="1"/>
          <p:nvPr/>
        </p:nvSpPr>
        <p:spPr>
          <a:xfrm>
            <a:off x="1401510" y="1948441"/>
            <a:ext cx="9229458" cy="3640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sz="2400" b="1" dirty="0">
                <a:latin typeface="Aptos" panose="020B0004020202020204" pitchFamily="34" charset="0"/>
              </a:rPr>
              <a:t>Pandas:</a:t>
            </a:r>
            <a:r>
              <a:rPr lang="en-US" sz="2400" dirty="0">
                <a:latin typeface="Aptos" panose="020B0004020202020204" pitchFamily="34" charset="0"/>
              </a:rPr>
              <a:t> Powerful library for data manipulation and preparation, offering seamless integration with visualization tools.</a:t>
            </a:r>
          </a:p>
          <a:p>
            <a:pPr>
              <a:lnSpc>
                <a:spcPct val="250000"/>
              </a:lnSpc>
            </a:pPr>
            <a:r>
              <a:rPr lang="en-US" sz="2400" b="1" dirty="0">
                <a:latin typeface="Aptos" panose="020B0004020202020204" pitchFamily="34" charset="0"/>
              </a:rPr>
              <a:t>Matplotlib:</a:t>
            </a:r>
            <a:r>
              <a:rPr lang="en-US" sz="2400" dirty="0">
                <a:latin typeface="Aptos" panose="020B0004020202020204" pitchFamily="34" charset="0"/>
              </a:rPr>
              <a:t> Flexible plotting library that enables the creation of static, interactive, and animated visualizations.</a:t>
            </a:r>
            <a:endParaRPr lang="en-IN" sz="2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746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DB7519-8196-1B22-0615-A280FD3290DF}"/>
              </a:ext>
            </a:extLst>
          </p:cNvPr>
          <p:cNvSpPr txBox="1"/>
          <p:nvPr/>
        </p:nvSpPr>
        <p:spPr>
          <a:xfrm>
            <a:off x="1350236" y="683664"/>
            <a:ext cx="579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Aptos" panose="020B0004020202020204" pitchFamily="34" charset="0"/>
              </a:rPr>
              <a:t>Data visualisation techniques: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73661-5DF1-A4BD-B6A1-E955017E2B90}"/>
              </a:ext>
            </a:extLst>
          </p:cNvPr>
          <p:cNvSpPr txBox="1"/>
          <p:nvPr/>
        </p:nvSpPr>
        <p:spPr>
          <a:xfrm>
            <a:off x="1008404" y="1529697"/>
            <a:ext cx="10066946" cy="3818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IN" sz="2000" b="1" dirty="0">
                <a:latin typeface="Aptos" panose="020B0004020202020204" pitchFamily="34" charset="0"/>
              </a:rPr>
              <a:t>Seaborn: </a:t>
            </a:r>
            <a:r>
              <a:rPr lang="en-IN" sz="2000" dirty="0">
                <a:latin typeface="Aptos" panose="020B0004020202020204" pitchFamily="34" charset="0"/>
              </a:rPr>
              <a:t>Enhances Matplotlib with high-level, aesthetically pleasing statistical graphics.</a:t>
            </a:r>
          </a:p>
          <a:p>
            <a:pPr>
              <a:lnSpc>
                <a:spcPct val="250000"/>
              </a:lnSpc>
            </a:pPr>
            <a:r>
              <a:rPr lang="en-IN" sz="2000" b="1" dirty="0">
                <a:latin typeface="Aptos" panose="020B0004020202020204" pitchFamily="34" charset="0"/>
              </a:rPr>
              <a:t>Base64: </a:t>
            </a:r>
            <a:r>
              <a:rPr lang="en-IN" sz="2000" dirty="0">
                <a:latin typeface="Aptos" panose="020B0004020202020204" pitchFamily="34" charset="0"/>
              </a:rPr>
              <a:t>Encodes and decodes binary data for embedding images in </a:t>
            </a:r>
            <a:r>
              <a:rPr lang="en-IN" sz="2000" dirty="0" err="1">
                <a:latin typeface="Aptos" panose="020B0004020202020204" pitchFamily="34" charset="0"/>
              </a:rPr>
              <a:t>Streamlit</a:t>
            </a:r>
            <a:r>
              <a:rPr lang="en-IN" sz="2000" dirty="0">
                <a:latin typeface="Aptos" panose="020B0004020202020204" pitchFamily="34" charset="0"/>
              </a:rPr>
              <a:t> dashboards.</a:t>
            </a:r>
          </a:p>
          <a:p>
            <a:pPr>
              <a:lnSpc>
                <a:spcPct val="250000"/>
              </a:lnSpc>
            </a:pPr>
            <a:r>
              <a:rPr lang="en-IN" sz="2000" b="1" dirty="0" err="1">
                <a:latin typeface="Aptos" panose="020B0004020202020204" pitchFamily="34" charset="0"/>
              </a:rPr>
              <a:t>CryptoCMD</a:t>
            </a:r>
            <a:r>
              <a:rPr lang="en-IN" sz="2000" b="1" dirty="0">
                <a:latin typeface="Aptos" panose="020B0004020202020204" pitchFamily="34" charset="0"/>
              </a:rPr>
              <a:t>: </a:t>
            </a:r>
            <a:r>
              <a:rPr lang="en-IN" sz="2000" dirty="0">
                <a:latin typeface="Aptos" panose="020B0004020202020204" pitchFamily="34" charset="0"/>
              </a:rPr>
              <a:t>Extracts cryptocurrency market data directly for dynamic and automated visualizations.</a:t>
            </a:r>
          </a:p>
        </p:txBody>
      </p:sp>
    </p:spTree>
    <p:extLst>
      <p:ext uri="{BB962C8B-B14F-4D97-AF65-F5344CB8AC3E}">
        <p14:creationId xmlns:p14="http://schemas.microsoft.com/office/powerpoint/2010/main" val="2283054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EC2D35B-0DC3-AE95-5B88-DC8F59C42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26"/>
            <a:ext cx="12192000" cy="685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747912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86</TotalTime>
  <Words>383</Words>
  <Application>Microsoft Office PowerPoint</Application>
  <PresentationFormat>Widescreen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Tw Cen MT</vt:lpstr>
      <vt:lpstr>Wingdings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koteswararao kantumajji</dc:creator>
  <cp:lastModifiedBy>koteswararao kantumajji</cp:lastModifiedBy>
  <cp:revision>2</cp:revision>
  <dcterms:created xsi:type="dcterms:W3CDTF">2025-01-03T16:01:57Z</dcterms:created>
  <dcterms:modified xsi:type="dcterms:W3CDTF">2025-01-03T17:28:36Z</dcterms:modified>
</cp:coreProperties>
</file>